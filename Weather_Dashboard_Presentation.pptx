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S" userId="4b173d1e10b7873b" providerId="LiveId" clId="{C00EB552-D747-4876-B42C-2E7BCC9C0550}"/>
    <pc:docChg chg="undo custSel delSld modSld">
      <pc:chgData name="AVINASH S" userId="4b173d1e10b7873b" providerId="LiveId" clId="{C00EB552-D747-4876-B42C-2E7BCC9C0550}" dt="2026-02-17T19:23:16.542" v="214" actId="1076"/>
      <pc:docMkLst>
        <pc:docMk/>
      </pc:docMkLst>
      <pc:sldChg chg="modSp mod">
        <pc:chgData name="AVINASH S" userId="4b173d1e10b7873b" providerId="LiveId" clId="{C00EB552-D747-4876-B42C-2E7BCC9C0550}" dt="2026-02-17T19:20:16.305" v="190"/>
        <pc:sldMkLst>
          <pc:docMk/>
          <pc:sldMk cId="0" sldId="256"/>
        </pc:sldMkLst>
        <pc:spChg chg="mod">
          <ac:chgData name="AVINASH S" userId="4b173d1e10b7873b" providerId="LiveId" clId="{C00EB552-D747-4876-B42C-2E7BCC9C0550}" dt="2026-02-17T19:20:16.305" v="1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20:16.305" v="19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VINASH S" userId="4b173d1e10b7873b" providerId="LiveId" clId="{C00EB552-D747-4876-B42C-2E7BCC9C0550}" dt="2026-02-17T19:22:52.104" v="213" actId="1076"/>
        <pc:sldMkLst>
          <pc:docMk/>
          <pc:sldMk cId="0" sldId="257"/>
        </pc:sldMkLst>
        <pc:spChg chg="mod">
          <ac:chgData name="AVINASH S" userId="4b173d1e10b7873b" providerId="LiveId" clId="{C00EB552-D747-4876-B42C-2E7BCC9C0550}" dt="2026-02-17T19:20:16.305" v="1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22:52.104" v="213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VINASH S" userId="4b173d1e10b7873b" providerId="LiveId" clId="{C00EB552-D747-4876-B42C-2E7BCC9C0550}" dt="2026-02-17T19:23:16.542" v="214" actId="1076"/>
        <pc:sldMkLst>
          <pc:docMk/>
          <pc:sldMk cId="0" sldId="258"/>
        </pc:sldMkLst>
        <pc:spChg chg="mod">
          <ac:chgData name="AVINASH S" userId="4b173d1e10b7873b" providerId="LiveId" clId="{C00EB552-D747-4876-B42C-2E7BCC9C0550}" dt="2026-02-17T19:20:16.305" v="1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23:16.542" v="214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VINASH S" userId="4b173d1e10b7873b" providerId="LiveId" clId="{C00EB552-D747-4876-B42C-2E7BCC9C0550}" dt="2026-02-17T19:20:43.251" v="194" actId="14100"/>
        <pc:sldMkLst>
          <pc:docMk/>
          <pc:sldMk cId="0" sldId="259"/>
        </pc:sldMkLst>
        <pc:spChg chg="mod">
          <ac:chgData name="AVINASH S" userId="4b173d1e10b7873b" providerId="LiveId" clId="{C00EB552-D747-4876-B42C-2E7BCC9C0550}" dt="2026-02-17T19:20:16.305" v="1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13:12.405" v="93" actId="255"/>
          <ac:spMkLst>
            <pc:docMk/>
            <pc:sldMk cId="0" sldId="259"/>
            <ac:spMk id="3" creationId="{00000000-0000-0000-0000-000000000000}"/>
          </ac:spMkLst>
        </pc:spChg>
        <pc:picChg chg="mod">
          <ac:chgData name="AVINASH S" userId="4b173d1e10b7873b" providerId="LiveId" clId="{C00EB552-D747-4876-B42C-2E7BCC9C0550}" dt="2026-02-17T19:20:43.251" v="194" actId="14100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AVINASH S" userId="4b173d1e10b7873b" providerId="LiveId" clId="{C00EB552-D747-4876-B42C-2E7BCC9C0550}" dt="2026-02-17T19:21:29.251" v="201" actId="14100"/>
        <pc:sldMkLst>
          <pc:docMk/>
          <pc:sldMk cId="0" sldId="260"/>
        </pc:sldMkLst>
        <pc:spChg chg="mod">
          <ac:chgData name="AVINASH S" userId="4b173d1e10b7873b" providerId="LiveId" clId="{C00EB552-D747-4876-B42C-2E7BCC9C0550}" dt="2026-02-17T19:21:05.796" v="196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21:15.108" v="198" actId="1076"/>
          <ac:spMkLst>
            <pc:docMk/>
            <pc:sldMk cId="0" sldId="260"/>
            <ac:spMk id="3" creationId="{00000000-0000-0000-0000-000000000000}"/>
          </ac:spMkLst>
        </pc:spChg>
        <pc:picChg chg="mod">
          <ac:chgData name="AVINASH S" userId="4b173d1e10b7873b" providerId="LiveId" clId="{C00EB552-D747-4876-B42C-2E7BCC9C0550}" dt="2026-02-17T19:21:29.251" v="201" actId="14100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AVINASH S" userId="4b173d1e10b7873b" providerId="LiveId" clId="{C00EB552-D747-4876-B42C-2E7BCC9C0550}" dt="2026-02-17T19:22:20.758" v="210" actId="1076"/>
        <pc:sldMkLst>
          <pc:docMk/>
          <pc:sldMk cId="0" sldId="261"/>
        </pc:sldMkLst>
        <pc:spChg chg="mod">
          <ac:chgData name="AVINASH S" userId="4b173d1e10b7873b" providerId="LiveId" clId="{C00EB552-D747-4876-B42C-2E7BCC9C0550}" dt="2026-02-17T19:21:54.871" v="20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22:20.758" v="210" actId="1076"/>
          <ac:spMkLst>
            <pc:docMk/>
            <pc:sldMk cId="0" sldId="261"/>
            <ac:spMk id="3" creationId="{00000000-0000-0000-0000-000000000000}"/>
          </ac:spMkLst>
        </pc:spChg>
        <pc:picChg chg="mod">
          <ac:chgData name="AVINASH S" userId="4b173d1e10b7873b" providerId="LiveId" clId="{C00EB552-D747-4876-B42C-2E7BCC9C0550}" dt="2026-02-17T19:22:13.293" v="209" actId="14100"/>
          <ac:picMkLst>
            <pc:docMk/>
            <pc:sldMk cId="0" sldId="261"/>
            <ac:picMk id="4" creationId="{00000000-0000-0000-0000-000000000000}"/>
          </ac:picMkLst>
        </pc:picChg>
      </pc:sldChg>
      <pc:sldChg chg="modSp del mod">
        <pc:chgData name="AVINASH S" userId="4b173d1e10b7873b" providerId="LiveId" clId="{C00EB552-D747-4876-B42C-2E7BCC9C0550}" dt="2026-02-17T19:19:27.853" v="189" actId="47"/>
        <pc:sldMkLst>
          <pc:docMk/>
          <pc:sldMk cId="0" sldId="262"/>
        </pc:sldMkLst>
        <pc:spChg chg="mod">
          <ac:chgData name="AVINASH S" userId="4b173d1e10b7873b" providerId="LiveId" clId="{C00EB552-D747-4876-B42C-2E7BCC9C0550}" dt="2026-02-17T19:10:24.292" v="63" actId="113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AVINASH S" userId="4b173d1e10b7873b" providerId="LiveId" clId="{C00EB552-D747-4876-B42C-2E7BCC9C0550}" dt="2026-02-17T19:22:33.521" v="211" actId="1076"/>
        <pc:sldMkLst>
          <pc:docMk/>
          <pc:sldMk cId="0" sldId="263"/>
        </pc:sldMkLst>
        <pc:spChg chg="mod">
          <ac:chgData name="AVINASH S" userId="4b173d1e10b7873b" providerId="LiveId" clId="{C00EB552-D747-4876-B42C-2E7BCC9C0550}" dt="2026-02-17T19:20:16.305" v="1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AVINASH S" userId="4b173d1e10b7873b" providerId="LiveId" clId="{C00EB552-D747-4876-B42C-2E7BCC9C0550}" dt="2026-02-17T19:22:33.521" v="211" actId="107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87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4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3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5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8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2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8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8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6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8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23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26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40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28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1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4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eather-application-delta-liard.vercel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sz="6000" b="1" dirty="0"/>
              <a:t>Weather</a:t>
            </a:r>
            <a:r>
              <a:rPr lang="en-IN" sz="6000" b="1" dirty="0"/>
              <a:t> Application</a:t>
            </a:r>
            <a:endParaRPr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Real-Time Weather Experience</a:t>
            </a:r>
          </a:p>
          <a:p>
            <a:r>
              <a:rPr dirty="0"/>
              <a:t>Created by </a:t>
            </a:r>
            <a:r>
              <a:rPr lang="en-IN" dirty="0"/>
              <a:t>Avinash 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Objective: Professional-grade dashboard experience.</a:t>
            </a:r>
          </a:p>
          <a:p>
            <a:r>
              <a:rPr dirty="0"/>
              <a:t>Design: </a:t>
            </a:r>
            <a:r>
              <a:rPr dirty="0" err="1"/>
              <a:t>Glassmorphism</a:t>
            </a:r>
            <a:r>
              <a:rPr dirty="0"/>
              <a:t>, depth-layered backgrounds.</a:t>
            </a:r>
          </a:p>
          <a:p>
            <a:r>
              <a:rPr dirty="0"/>
              <a:t>Aesthetics: Neon accents and high-fidelity transitions.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Modern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333" y="1619250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React.js (Vite) - For ultra-fast performance.</a:t>
            </a:r>
          </a:p>
          <a:p>
            <a:r>
              <a:rPr dirty="0"/>
              <a:t>WeatherAPI.com - Advanced tier weather data.</a:t>
            </a:r>
          </a:p>
          <a:p>
            <a:r>
              <a:rPr dirty="0"/>
              <a:t>Tailwind CSS &amp; Vanilla CSS - Pixel-perfect layouts.</a:t>
            </a:r>
          </a:p>
          <a:p>
            <a:r>
              <a:rPr dirty="0"/>
              <a:t>Framer Motion - Cinematic ambient effects.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Core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3257550" cy="4501357"/>
          </a:xfrm>
        </p:spPr>
        <p:txBody>
          <a:bodyPr>
            <a:noAutofit/>
          </a:bodyPr>
          <a:lstStyle/>
          <a:p>
            <a:r>
              <a:rPr sz="2400" dirty="0"/>
              <a:t>Real-time search and discovery.</a:t>
            </a:r>
          </a:p>
          <a:p>
            <a:r>
              <a:rPr sz="2400" dirty="0"/>
              <a:t>Horizontal dashboard ergonomics.</a:t>
            </a:r>
          </a:p>
          <a:p>
            <a:r>
              <a:rPr sz="2400" dirty="0"/>
              <a:t>Live metrics (Wind, UV, Visibility).</a:t>
            </a:r>
          </a:p>
          <a:p>
            <a:r>
              <a:rPr sz="2400" dirty="0"/>
              <a:t>Ambient background chemistry.</a:t>
            </a:r>
          </a:p>
        </p:txBody>
      </p:sp>
      <p:pic>
        <p:nvPicPr>
          <p:cNvPr id="4" name="Picture 3" descr="media__1771354699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6" y="2038350"/>
            <a:ext cx="4857749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209551"/>
            <a:ext cx="7704667" cy="1981200"/>
          </a:xfrm>
        </p:spPr>
        <p:txBody>
          <a:bodyPr/>
          <a:lstStyle/>
          <a:p>
            <a:r>
              <a:rPr b="1" dirty="0"/>
              <a:t>Environmental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428" y="1114425"/>
            <a:ext cx="7704667" cy="3332816"/>
          </a:xfrm>
        </p:spPr>
        <p:txBody>
          <a:bodyPr>
            <a:normAutofit/>
          </a:bodyPr>
          <a:lstStyle/>
          <a:p>
            <a:r>
              <a:rPr sz="2400" dirty="0"/>
              <a:t>EPA Pollutant scale (AQI) tracking.</a:t>
            </a:r>
          </a:p>
          <a:p>
            <a:r>
              <a:rPr sz="2400" dirty="0"/>
              <a:t>Sunrise, Sunset, and Moon Phase illumination.</a:t>
            </a:r>
          </a:p>
          <a:p>
            <a:r>
              <a:rPr sz="2400" dirty="0"/>
              <a:t>Regional Sports events integration.</a:t>
            </a:r>
          </a:p>
          <a:p>
            <a:r>
              <a:rPr sz="2400" dirty="0"/>
              <a:t>Safety-first Weather Alert system.</a:t>
            </a:r>
          </a:p>
        </p:txBody>
      </p:sp>
      <p:pic>
        <p:nvPicPr>
          <p:cNvPr id="4" name="Picture 3" descr="media__17713547365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40" y="4011614"/>
            <a:ext cx="7388755" cy="2257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9526"/>
            <a:ext cx="7704667" cy="1981200"/>
          </a:xfrm>
        </p:spPr>
        <p:txBody>
          <a:bodyPr/>
          <a:lstStyle/>
          <a:p>
            <a:r>
              <a:rPr b="1" dirty="0"/>
              <a:t>Visualizing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8408" y="994104"/>
            <a:ext cx="7704667" cy="3332816"/>
          </a:xfrm>
        </p:spPr>
        <p:txBody>
          <a:bodyPr>
            <a:normAutofit/>
          </a:bodyPr>
          <a:lstStyle/>
          <a:p>
            <a:r>
              <a:rPr sz="2400" dirty="0"/>
              <a:t>High-definition SVG trend charting.</a:t>
            </a:r>
          </a:p>
          <a:p>
            <a:r>
              <a:rPr sz="2400" dirty="0"/>
              <a:t>Non-scaling vector effects for sharp visuals.</a:t>
            </a:r>
          </a:p>
          <a:p>
            <a:r>
              <a:rPr sz="2400" dirty="0"/>
              <a:t>7-day comprehensive history cards.</a:t>
            </a:r>
          </a:p>
          <a:p>
            <a:r>
              <a:rPr sz="2400" dirty="0"/>
              <a:t>Interactive 3-day future outlook.</a:t>
            </a:r>
          </a:p>
        </p:txBody>
      </p:sp>
      <p:pic>
        <p:nvPicPr>
          <p:cNvPr id="4" name="Picture 3" descr="media__1771354768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3804149"/>
            <a:ext cx="5800725" cy="2663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Results &amp; Live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620125" cy="4525963"/>
          </a:xfrm>
        </p:spPr>
        <p:txBody>
          <a:bodyPr/>
          <a:lstStyle/>
          <a:p>
            <a:r>
              <a:rPr dirty="0"/>
              <a:t>Successfully deployed on </a:t>
            </a:r>
            <a:r>
              <a:rPr dirty="0" err="1"/>
              <a:t>Vercel</a:t>
            </a:r>
            <a:r>
              <a:rPr dirty="0"/>
              <a:t>.</a:t>
            </a:r>
          </a:p>
          <a:p>
            <a:r>
              <a:rPr dirty="0"/>
              <a:t>100% Feature Complete.</a:t>
            </a:r>
          </a:p>
          <a:p>
            <a:r>
              <a:rPr dirty="0"/>
              <a:t>Clean, optimized production build.</a:t>
            </a:r>
          </a:p>
          <a:p>
            <a:r>
              <a:rPr lang="en-IN" dirty="0"/>
              <a:t>Live URL : </a:t>
            </a:r>
            <a:r>
              <a:rPr lang="en-IN" dirty="0">
                <a:hlinkClick r:id="rId2"/>
              </a:rPr>
              <a:t>https://weather-application-delta-liard.vercel.app</a:t>
            </a:r>
            <a:endParaRPr lang="en-IN" dirty="0"/>
          </a:p>
          <a:p>
            <a:r>
              <a:rPr lang="en-IN" dirty="0"/>
              <a:t>GitHub : https://github.com/avinashmax/Weather-application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</TotalTime>
  <Words>191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 Weather Application</vt:lpstr>
      <vt:lpstr>The Vision</vt:lpstr>
      <vt:lpstr>Modern Tech Stack</vt:lpstr>
      <vt:lpstr>Core Functionality</vt:lpstr>
      <vt:lpstr>Environmental Analysis</vt:lpstr>
      <vt:lpstr>Visualizing Trends</vt:lpstr>
      <vt:lpstr>Final Results &amp; Live URL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S</cp:lastModifiedBy>
  <cp:revision>1</cp:revision>
  <dcterms:created xsi:type="dcterms:W3CDTF">2013-01-27T09:14:16Z</dcterms:created>
  <dcterms:modified xsi:type="dcterms:W3CDTF">2026-02-17T19:23:47Z</dcterms:modified>
  <cp:category/>
</cp:coreProperties>
</file>